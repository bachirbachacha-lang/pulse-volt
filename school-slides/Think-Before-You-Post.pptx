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Voice-over script: "Hey everyone! Have you ever posted something and then regretted it? Even if you delete it, it might still be out there. Let's learn how to stay safe online."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6.xml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safety.gov.au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0" y="4800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made with AI (Claude)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Before You Post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9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it's online, it's online forever.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post leaves a digital footprint. Make it a good one!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Voice-over: record 10–15 seconds and add it here (Insert → Audio)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822960"/>
            <a:ext cx="347472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0" y="4800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made with AI (Claude)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Post, Lots of People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481328" cy="1737360"/>
          </a:xfrm>
          <a:prstGeom prst="roundRect">
            <a:avLst>
              <a:gd name="adj" fmla="val 9259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post a silly photo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65960" y="2468880"/>
            <a:ext cx="201168" cy="0"/>
          </a:xfrm>
          <a:prstGeom prst="line">
            <a:avLst/>
          </a:prstGeom>
          <a:noFill/>
          <a:ln w="38100">
            <a:solidFill>
              <a:srgbClr val="39E08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94560" y="1600200"/>
            <a:ext cx="1481328" cy="1737360"/>
          </a:xfrm>
          <a:prstGeom prst="roundRect">
            <a:avLst>
              <a:gd name="adj" fmla="val 9259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94560" y="173736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📸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 screenshots 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03320" y="2468880"/>
            <a:ext cx="201168" cy="0"/>
          </a:xfrm>
          <a:prstGeom prst="line">
            <a:avLst/>
          </a:prstGeom>
          <a:noFill/>
          <a:ln w="38100">
            <a:solidFill>
              <a:srgbClr val="39E0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31920" y="1600200"/>
            <a:ext cx="1481328" cy="1737360"/>
          </a:xfrm>
          <a:prstGeom prst="roundRect">
            <a:avLst>
              <a:gd name="adj" fmla="val 9259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31920" y="173736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gets sent to a group chat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40680" y="2468880"/>
            <a:ext cx="201168" cy="0"/>
          </a:xfrm>
          <a:prstGeom prst="line">
            <a:avLst/>
          </a:prstGeom>
          <a:noFill/>
          <a:ln w="38100">
            <a:solidFill>
              <a:srgbClr val="39E0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69280" y="1600200"/>
            <a:ext cx="1481328" cy="1737360"/>
          </a:xfrm>
          <a:prstGeom prst="roundRect">
            <a:avLst>
              <a:gd name="adj" fmla="val 9259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0" y="173736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👀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you don't know see 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78040" y="2468880"/>
            <a:ext cx="201168" cy="0"/>
          </a:xfrm>
          <a:prstGeom prst="line">
            <a:avLst/>
          </a:prstGeom>
          <a:noFill/>
          <a:ln w="38100">
            <a:solidFill>
              <a:srgbClr val="39E0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06640" y="1600200"/>
            <a:ext cx="1481328" cy="1737360"/>
          </a:xfrm>
          <a:prstGeom prst="roundRect">
            <a:avLst>
              <a:gd name="adj" fmla="val 9259"/>
            </a:avLst>
          </a:prstGeom>
          <a:solidFill>
            <a:srgbClr val="FF6B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06640" y="1737360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could still be there years later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it doesn't delete the screenshots!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0" y="4800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made with AI (Claude)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Do?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friend sends you an embarrassing photo of a classmate and says: "Post it, it's funny!"</a:t>
            </a:r>
            <a:endParaRPr lang="en-US" sz="1800" dirty="0"/>
          </a:p>
        </p:txBody>
      </p:sp>
      <p:sp>
        <p:nvSpPr>
          <p:cNvPr id="5" name="Text 3">
            <a:hlinkClick r:id="rId1" tooltip="" action="ppaction://hlinksldjump"/>
          </p:cNvPr>
          <p:cNvSpPr txBox="1"/>
          <p:nvPr/>
        </p:nvSpPr>
        <p:spPr>
          <a:xfrm>
            <a:off x="548640" y="265176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 it</a:t>
            </a:r>
            <a:endParaRPr lang="en-US" sz="1800" dirty="0"/>
          </a:p>
        </p:txBody>
      </p:sp>
      <p:sp>
        <p:nvSpPr>
          <p:cNvPr id="6" name="Text 4">
            <a:hlinkClick r:id="rId2" tooltip="" action="ppaction://hlinksldjump"/>
          </p:cNvPr>
          <p:cNvSpPr txBox="1"/>
          <p:nvPr/>
        </p:nvSpPr>
        <p:spPr>
          <a:xfrm>
            <a:off x="3108960" y="2651760"/>
            <a:ext cx="2377440" cy="548640"/>
          </a:xfrm>
          <a:prstGeom prst="roundRect">
            <a:avLst>
              <a:gd name="adj" fmla="val 33333"/>
            </a:avLst>
          </a:prstGeom>
          <a:solidFill>
            <a:srgbClr val="39E0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Don't post it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F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button to see what happens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914400"/>
            <a:ext cx="329184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0" y="4800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made with AI (Claude)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Smart Online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965960" cy="2286000"/>
          </a:xfrm>
          <a:prstGeom prst="roundRect">
            <a:avLst>
              <a:gd name="adj" fmla="val 697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9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Private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account private and only accept people you know.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97480" y="1188720"/>
            <a:ext cx="1965960" cy="2286000"/>
          </a:xfrm>
          <a:prstGeom prst="roundRect">
            <a:avLst>
              <a:gd name="adj" fmla="val 6977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97480" y="12801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⏸️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9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First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2860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post, ask: would I be okay if my parents saw this?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1965960" cy="2286000"/>
          </a:xfrm>
          <a:prstGeom prst="roundRect">
            <a:avLst>
              <a:gd name="adj" fmla="val 6977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12801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🗣️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9E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Up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2860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an adult you trust if something online feels wrong.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280160"/>
            <a:ext cx="1828800" cy="1371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Need help? Visit eSafety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Credits: images and slide design made with AI (Claude). Voice-over: [your name].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0" y="4800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made with AI (Claude)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Oh no…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photo goes around the whole school. Your classmate feels really upset and you get in trouble. And it stays in your digital footprint.</a:t>
            </a:r>
            <a:endParaRPr lang="en-US" sz="1800" dirty="0"/>
          </a:p>
        </p:txBody>
      </p:sp>
      <p:sp>
        <p:nvSpPr>
          <p:cNvPr id="5" name="Text 3">
            <a:hlinkClick r:id="rId1" tooltip="" action="ppaction://hlinksldjump"/>
          </p:cNvPr>
          <p:cNvSpPr txBox="1"/>
          <p:nvPr/>
        </p:nvSpPr>
        <p:spPr>
          <a:xfrm>
            <a:off x="548640" y="338328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FFD16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Try again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05840"/>
            <a:ext cx="310896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9360" y="4800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made with AI (Claude)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9E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choice!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protected your classmate and kept your digital footprint positive.</a:t>
            </a:r>
            <a:endParaRPr lang="en-US" sz="1800" dirty="0"/>
          </a:p>
        </p:txBody>
      </p:sp>
      <p:sp>
        <p:nvSpPr>
          <p:cNvPr id="5" name="Text 3">
            <a:hlinkClick r:id="rId1" tooltip="" action="ppaction://hlinksldjump"/>
          </p:cNvPr>
          <p:cNvSpPr txBox="1"/>
          <p:nvPr/>
        </p:nvSpPr>
        <p:spPr>
          <a:xfrm>
            <a:off x="548640" y="310896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39E0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 →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05840"/>
            <a:ext cx="3108960" cy="2331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2026-09-28T15:05:22Z</dcterms:created>
  <dcterms:modified xsi:type="dcterms:W3CDTF">2026-09-28T15:05:22Z</dcterms:modified>
</cp:coreProperties>
</file>